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457200"/>
            <a:ext cx="777240" cy="77724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" name="Text 1"/>
          <p:cNvSpPr/>
          <p:nvPr/>
        </p:nvSpPr>
        <p:spPr>
          <a:xfrm>
            <a:off x="7863840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PDS STACK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66928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PRODUCTDESIGNERSTACK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idée produit </a:t>
            </a:r>
            <a:pPr indent="0" marL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lnSpc>
                <a:spcPts val="24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 code shippable. Sans jamais sauter une gate.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4206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  ·   TypeScript strict   ·   Tailwind   ·   Shadcn/ui   ·   Lucide React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ProductDesignerStack   ·   Juin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PITCH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138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système d’agents IA qui transforme une idée produit en code shippable </a:t>
            </a:r>
            <a:pPr indent="0" marL="0">
              <a:lnSpc>
                <a:spcPct val="118000"/>
              </a:lnSpc>
              <a:buNone/>
            </a:pPr>
            <a:r>
              <a:rPr lang="en-US" sz="2200" dirty="0">
                <a:solidFill>
                  <a:srgbClr val="3A3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en imposant à chaque étape une spec validée, un brief qualité et un score de sortie.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livrer vite </a:t>
            </a:r>
            <a:pPr indent="0" marL="0">
              <a:buNone/>
            </a:pPr>
            <a:r>
              <a:rPr lang="en-US" sz="1600" b="1" i="1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jamais sacrifier la qualité.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42702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84248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98424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78608" y="42702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44368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01568" y="4160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3401568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95928" y="42702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agents. Un seul tempo.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· BOB · ANALYZER — le socle.   EVE · SHIP — modules optionnels.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87752" cy="2651760"/>
          </a:xfrm>
          <a:prstGeom prst="roundRect">
            <a:avLst>
              <a:gd name="adj" fmla="val 3180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90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391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134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Architecte &amp; Strategist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2130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l’idée, pas la spec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T1/T2/T3 + ADRs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: VALIDATED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gelé au VALIDATED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74136" y="1325880"/>
            <a:ext cx="2587752" cy="2651760"/>
          </a:xfrm>
          <a:prstGeom prst="roundRect">
            <a:avLst>
              <a:gd name="adj" fmla="val 3180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1490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2736" y="20391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02736" y="23134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&amp; UI/UX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02736" y="2624328"/>
            <a:ext cx="2130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Brief avant le code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après « ok, go »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feat(N) par tâche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spec + design_guide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99632" y="1325880"/>
            <a:ext cx="2587752" cy="2651760"/>
          </a:xfrm>
          <a:prstGeom prst="roundRect">
            <a:avLst>
              <a:gd name="adj" fmla="val 3180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1490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28232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203911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8232" y="23134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QA &amp; Juge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28232" y="2624328"/>
            <a:ext cx="2130552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/20, 4 dimensions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≥18 SHIPPED · 14–17 NOTES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10–13 REWORK · &lt;10 RE-SPEC</a:t>
            </a:r>
            <a:endParaRPr lang="en-US" sz="950" dirty="0"/>
          </a:p>
          <a:p>
            <a:pPr marL="152400" indent="-152400">
              <a:spcAft>
                <a:spcPts val="500"/>
              </a:spcAft>
              <a:buSzPct val="100000"/>
              <a:buChar char="→"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après verdict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8238744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4379976"/>
            <a:ext cx="338328" cy="3383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3799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07008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 — découverte &amp; validation du problème (pre-RAY)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4379976"/>
            <a:ext cx="338328" cy="3383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43799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4251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— release notes &amp; KPI (post-ANALYZER, score ≥14)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l’idée au code : 3 gates, aucun raccourci.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gate est non-négociable. Bypasser = code sans direction → rejet ANALYZER garanti.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47088" cy="27432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4712" y="1527048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124712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1226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23500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IDÉE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6928" y="26243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Soumis à RAY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Décris un problème, pas une solution technique.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Idée → RAY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04288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78608" y="1325880"/>
            <a:ext cx="1847088" cy="27432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27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78608" y="211226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88336" y="23500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688336" y="26243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+ Spec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15768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: statut VALIDATED + validation explicite du Talent.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88336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T1/T2/T3 + ADR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25696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0016" y="1325880"/>
            <a:ext cx="1847088" cy="27432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67528" y="1527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Text 22"/>
          <p:cNvSpPr/>
          <p:nvPr/>
        </p:nvSpPr>
        <p:spPr>
          <a:xfrm>
            <a:off x="5367528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00016" y="211226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9744" y="23500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09744" y="26243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Brief → Code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37176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: brief esthétique + « ok, go » du Talent.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9744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feat(N)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547104" y="2514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821424" y="1325880"/>
            <a:ext cx="1847088" cy="2743200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88936" y="1527048"/>
            <a:ext cx="512064" cy="512064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3" name="Text 31"/>
          <p:cNvSpPr/>
          <p:nvPr/>
        </p:nvSpPr>
        <p:spPr>
          <a:xfrm>
            <a:off x="7488936" y="1527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21424" y="211226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6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931152" y="235000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31152" y="26243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/20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58584" y="2953512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≥18 SHIPPED · 14–17 NOTES · &lt;14 rework / re-spec.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31152" y="370332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Learnings → RAY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→ BOB → ANALYZER — aucun agent ne peut sauter une étape.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Constraints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règles du jeu — non-négociables. Lues par les agents avant chaque session.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44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34440" y="13898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code sans statut : VALIDATED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34440" y="17556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 doit poser le statut dans la spec — sans exception.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1280160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444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67528" y="1389888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Gate non-négociable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67528" y="1755648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Brief obligatoire. Pas de code avant « ok, go » explicite.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450592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615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4440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strict — 0 any, 0 @ts-ignore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34440" y="2926080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contournement. Pas de dette silencieuse.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2450592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6151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67528" y="256032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gelé au VALIDATED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367528" y="2926080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addition requiert un nouveau cycle RAY complet.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621024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785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34440" y="37307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lignes max par composant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234440" y="409651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: split obligatoire. Pas de négociation.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81728" y="3621024"/>
            <a:ext cx="3913632" cy="1005840"/>
          </a:xfrm>
          <a:prstGeom prst="roundRect">
            <a:avLst>
              <a:gd name="adj" fmla="val 6364"/>
            </a:avLst>
          </a:prstGeom>
          <a:solidFill>
            <a:srgbClr val="F3F6FD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78561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67528" y="373075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Index avant toute décision archi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67528" y="4096512"/>
            <a:ext cx="3044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A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ADR_INDEX.md avant tout choix de dépendance.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à shipper avec des gates,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avec de la chance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6974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idée produit → une spec validée → un brief qualité → un score de sortie. À chaque étape, un agent, une gate, zéro raccourci.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161B49"/>
          </a:solidFill>
          <a:ln w="12700">
            <a:solidFill>
              <a:srgbClr val="3B4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3611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 /ray   →   /bob   →   /analyzer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8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ProductDesignerStack   ·   Juin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2026-08-24T10:27:50Z</dcterms:created>
  <dcterms:modified xsi:type="dcterms:W3CDTF">2026-08-24T10:27:50Z</dcterms:modified>
</cp:coreProperties>
</file>