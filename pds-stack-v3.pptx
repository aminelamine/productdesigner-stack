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822960"/>
            <a:ext cx="3200400" cy="32004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108960"/>
            <a:ext cx="1828800" cy="1828800"/>
          </a:xfrm>
          <a:prstGeom prst="ellips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0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ProductDesignerStack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502920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 ·  TypeScript strict  ·  Tailwind  ·  Shadcn/ui  ·  Lucide React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agents. Un seul tempo.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· BOB · ANALYZER (core)  —  EVE · SHIP (modules optionnels)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3192" y="1207008"/>
            <a:ext cx="2542032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207008"/>
            <a:ext cx="64008" cy="32186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35331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57784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&amp; Strategist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" y="2194560"/>
            <a:ext cx="2286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322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l’idée — avant la spec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" y="2807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la spec (T1/T2/T3) + ADRs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statut: VALIDATED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" y="3776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gelé au VALIDATED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28416" y="1207008"/>
            <a:ext cx="2542032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28416" y="1207008"/>
            <a:ext cx="64008" cy="32186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35331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93008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&amp; UI/UX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93008" y="2194560"/>
            <a:ext cx="2286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2322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Brief — gate avant tout 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3008" y="2807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après « ok, go » explicite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3008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feat(N) après chaque tâche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93008" y="3776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spec · design_guide · ADR_INDEX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207008"/>
            <a:ext cx="2542032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1207008"/>
            <a:ext cx="64008" cy="32186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135331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28232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QA &amp; Juge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28232" y="2194560"/>
            <a:ext cx="2286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2322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/20 sur 4 dimensions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28232" y="2807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≥18 SHIPPED · 14–17 NOTES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28232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 REWORK (BOB) · &lt;10 RE-SPEC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28232" y="3776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loop après chaque verdict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93192" y="4608576"/>
            <a:ext cx="8357616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optionnels — EVE : découverte &amp; validation du problème (pre-RAY)   ·   SHIP : release notes &amp; KPI (post-ANALYZER, score ≥14)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l’idée au code : 3 portes, aucun raccourci.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gate est non-négociable. Bypasser = code sans direction → rejet ANALYZER garanti.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8288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828800" cy="5943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435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3898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19019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 à RAY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32257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Décris un problème,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solution technique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3145536"/>
            <a:ext cx="160934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73552"/>
            <a:ext cx="1645920" cy="365760"/>
          </a:xfrm>
          <a:prstGeom prst="rect">
            <a:avLst/>
          </a:prstGeom>
          <a:solidFill>
            <a:srgbClr val="6B7280">
              <a:alpha val="12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329184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→ RAY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67004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42032" y="1188720"/>
            <a:ext cx="18288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188720"/>
            <a:ext cx="182880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2435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15184" y="13898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51760" y="19019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+ Spec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32257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 : statut VALIDATED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validation explicite du Talent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3145536"/>
            <a:ext cx="160934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33472" y="3273552"/>
            <a:ext cx="1645920" cy="365760"/>
          </a:xfrm>
          <a:prstGeom prst="rect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0904" y="329184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T1/T2/T3 + ADR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70832" y="267004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718304" y="1188720"/>
            <a:ext cx="18288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1188720"/>
            <a:ext cx="1828800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2435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1456" y="13898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28032" y="19019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Brief → Code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8032" y="232257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 : Brief esthétique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« ok, go » du Talent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28032" y="3145536"/>
            <a:ext cx="160934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9744" y="3273552"/>
            <a:ext cx="1645920" cy="365760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329184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feat(N)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47104" y="267004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894576" y="1188720"/>
            <a:ext cx="18288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94576" y="1188720"/>
            <a:ext cx="1828800" cy="594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6016" y="12435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67728" y="13898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004304" y="19019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/20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04304" y="232257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≥18 SHIPPED · 14–17 NOTES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&lt;14 → rework ou re-spec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04304" y="3145536"/>
            <a:ext cx="160934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86016" y="3273552"/>
            <a:ext cx="1645920" cy="365760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13448" y="329184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→ RAY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→ BOB → ANALYZER — Aucun agent ne peut sauter une étape.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du jeu — non-négociables. Lues par les agents avant chaque session.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08176"/>
            <a:ext cx="274320" cy="274320"/>
          </a:xfrm>
          <a:prstGeom prst="rect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4264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35331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code sans statut : VALIDATED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71907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doit poser le statut dans la spec — sans exception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274320" cy="274320"/>
          </a:xfrm>
          <a:prstGeom prst="rect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228600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221284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Gate non-négociable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257860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Brief obligatoire. Pas de code avant « ok, go » explicite.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274320" cy="274320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31455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3072384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— 0 any, 0 @ts-ignore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3438144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contournement. Pas de dette silencieuse.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408176"/>
            <a:ext cx="274320" cy="274320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14264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38928" y="135331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gelé au VALIDATED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38928" y="171907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addition requiert un nouveau cycle RAY complet.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267712"/>
            <a:ext cx="274320" cy="274320"/>
          </a:xfrm>
          <a:prstGeom prst="rect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228600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38928" y="221284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lignes max par composant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38928" y="257860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 : split obligatoire. Pas de négociation.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127248"/>
            <a:ext cx="274320" cy="274320"/>
          </a:xfrm>
          <a:prstGeom prst="rect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31455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38928" y="3072384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Index avant toute décision archi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38928" y="3438144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ADR_INDEX.md avant tout choix de dépendance.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Stack V3  ·  ProductDesignerStack  ·  Juin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 Stack V3</dc:title>
  <dc:subject>PptxGenJS Presentation</dc:subject>
  <dc:creator>PptxGenJS</dc:creator>
  <cp:lastModifiedBy>PptxGenJS</cp:lastModifiedBy>
  <cp:revision>1</cp:revision>
  <dcterms:created xsi:type="dcterms:W3CDTF">2026-06-16T19:26:35Z</dcterms:created>
  <dcterms:modified xsi:type="dcterms:W3CDTF">2026-06-16T19:26:35Z</dcterms:modified>
</cp:coreProperties>
</file>